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6858000" cy="9144000"/>
  <p:embeddedFontLst>
    <p:embeddedFont>
      <p:font typeface="Cooper Hewitt Bold" panose="020B0604020202020204" charset="0"/>
      <p:regular r:id="rId9"/>
    </p:embeddedFont>
    <p:embeddedFont>
      <p:font typeface="Josefin Sans" pitchFamily="2" charset="0"/>
      <p:regular r:id="rId10"/>
      <p:bold r:id="rId11"/>
    </p:embeddedFont>
    <p:embeddedFont>
      <p:font typeface="Open Sauce" panose="020B0604020202020204" charset="0"/>
      <p:regular r:id="rId12"/>
    </p:embeddedFont>
    <p:embeddedFont>
      <p:font typeface="Open Sauce Bold" panose="020B0604020202020204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E9AF01F-ED5D-8B40-8858-3F873904E376}" v="11" dt="2025-04-30T09:31:22.7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31" d="100"/>
          <a:sy n="31" d="100"/>
        </p:scale>
        <p:origin x="1042" y="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5.fntdata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97525" cy="10287000"/>
            <a:chOff x="0" y="0"/>
            <a:chExt cx="24396700" cy="1371600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1043385" cy="13716000"/>
              <a:chOff x="0" y="0"/>
              <a:chExt cx="206101" cy="2709333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206101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206101" h="2709333">
                    <a:moveTo>
                      <a:pt x="0" y="0"/>
                    </a:moveTo>
                    <a:lnTo>
                      <a:pt x="206101" y="0"/>
                    </a:lnTo>
                    <a:lnTo>
                      <a:pt x="206101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76200"/>
                <a:ext cx="206101" cy="27855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24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23353315" y="0"/>
              <a:ext cx="1043385" cy="13716000"/>
              <a:chOff x="0" y="0"/>
              <a:chExt cx="206101" cy="2709333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206101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206101" h="2709333">
                    <a:moveTo>
                      <a:pt x="0" y="0"/>
                    </a:moveTo>
                    <a:lnTo>
                      <a:pt x="206101" y="0"/>
                    </a:lnTo>
                    <a:lnTo>
                      <a:pt x="206101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76200"/>
                <a:ext cx="206101" cy="27855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24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 rot="-5400000">
              <a:off x="11670307" y="-11670307"/>
              <a:ext cx="1043385" cy="24384000"/>
              <a:chOff x="0" y="0"/>
              <a:chExt cx="206101" cy="4816593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206101" cy="4816592"/>
              </a:xfrm>
              <a:custGeom>
                <a:avLst/>
                <a:gdLst/>
                <a:ahLst/>
                <a:cxnLst/>
                <a:rect l="l" t="t" r="r" b="b"/>
                <a:pathLst>
                  <a:path w="206101" h="4816592">
                    <a:moveTo>
                      <a:pt x="0" y="0"/>
                    </a:moveTo>
                    <a:lnTo>
                      <a:pt x="206101" y="0"/>
                    </a:lnTo>
                    <a:lnTo>
                      <a:pt x="206101" y="4816592"/>
                    </a:lnTo>
                    <a:lnTo>
                      <a:pt x="0" y="4816592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76200"/>
                <a:ext cx="206101" cy="489279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24"/>
                  </a:lnSpc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 rot="-5400000">
              <a:off x="11670307" y="1002307"/>
              <a:ext cx="1043385" cy="24384000"/>
              <a:chOff x="0" y="0"/>
              <a:chExt cx="206101" cy="4816593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206101" cy="4816592"/>
              </a:xfrm>
              <a:custGeom>
                <a:avLst/>
                <a:gdLst/>
                <a:ahLst/>
                <a:cxnLst/>
                <a:rect l="l" t="t" r="r" b="b"/>
                <a:pathLst>
                  <a:path w="206101" h="4816592">
                    <a:moveTo>
                      <a:pt x="0" y="0"/>
                    </a:moveTo>
                    <a:lnTo>
                      <a:pt x="206101" y="0"/>
                    </a:lnTo>
                    <a:lnTo>
                      <a:pt x="206101" y="4816592"/>
                    </a:lnTo>
                    <a:lnTo>
                      <a:pt x="0" y="4816592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76200"/>
                <a:ext cx="206101" cy="489279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24"/>
                  </a:lnSpc>
                </a:pPr>
                <a:endParaRPr/>
              </a:p>
            </p:txBody>
          </p:sp>
        </p:grpSp>
      </p:grpSp>
      <p:sp>
        <p:nvSpPr>
          <p:cNvPr id="15" name="TextBox 15"/>
          <p:cNvSpPr txBox="1"/>
          <p:nvPr/>
        </p:nvSpPr>
        <p:spPr>
          <a:xfrm>
            <a:off x="2049333" y="2816225"/>
            <a:ext cx="9079930" cy="414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999"/>
              </a:lnSpc>
            </a:pPr>
            <a:r>
              <a:rPr lang="en-US" sz="9999" b="1">
                <a:solidFill>
                  <a:srgbClr val="000000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UNIVERSITY MANAGEMENT SYSTEM</a:t>
            </a:r>
          </a:p>
        </p:txBody>
      </p:sp>
      <p:sp>
        <p:nvSpPr>
          <p:cNvPr id="16" name="AutoShape 16"/>
          <p:cNvSpPr/>
          <p:nvPr/>
        </p:nvSpPr>
        <p:spPr>
          <a:xfrm flipV="1">
            <a:off x="11957442" y="1897380"/>
            <a:ext cx="0" cy="649224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" name="TextBox 17"/>
          <p:cNvSpPr txBox="1"/>
          <p:nvPr/>
        </p:nvSpPr>
        <p:spPr>
          <a:xfrm>
            <a:off x="12229225" y="3204511"/>
            <a:ext cx="2519363" cy="429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Presented by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229225" y="3813706"/>
            <a:ext cx="4448988" cy="2794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50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Y Swathi Priya</a:t>
            </a:r>
          </a:p>
          <a:p>
            <a:pPr>
              <a:lnSpc>
                <a:spcPts val="5599"/>
              </a:lnSpc>
            </a:pPr>
            <a:r>
              <a:rPr lang="en-US" sz="3950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SK </a:t>
            </a:r>
            <a:r>
              <a:rPr lang="en-US" sz="3950" b="1" dirty="0" err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kulsoom</a:t>
            </a:r>
            <a:r>
              <a:rPr lang="en-US" sz="3950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Banu</a:t>
            </a:r>
            <a:endParaRPr lang="en-US" sz="3950" b="1" dirty="0">
              <a:solidFill>
                <a:srgbClr val="000000"/>
              </a:solidFill>
              <a:latin typeface="Open Sauce Bold"/>
              <a:ea typeface="Open Sauce Bold"/>
              <a:cs typeface="Open Sauce Bold"/>
            </a:endParaRPr>
          </a:p>
          <a:p>
            <a:pPr algn="l">
              <a:lnSpc>
                <a:spcPts val="5599"/>
              </a:lnSpc>
            </a:pPr>
            <a:r>
              <a:rPr lang="en-US" sz="3950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 Akhila</a:t>
            </a:r>
            <a:endParaRPr lang="en-US" sz="3950" b="1" dirty="0">
              <a:solidFill>
                <a:srgbClr val="000000"/>
              </a:solidFill>
              <a:latin typeface="Open Sauce Bold"/>
              <a:ea typeface="Open Sauce Bold"/>
              <a:cs typeface="Open Sauce Bold"/>
            </a:endParaRPr>
          </a:p>
          <a:p>
            <a:pPr algn="l">
              <a:lnSpc>
                <a:spcPts val="5599"/>
              </a:lnSpc>
            </a:pPr>
            <a:r>
              <a:rPr lang="en-US" sz="3950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 Meghana</a:t>
            </a:r>
            <a:endParaRPr lang="en-US" sz="3950" b="1" dirty="0">
              <a:solidFill>
                <a:srgbClr val="000000"/>
              </a:solidFill>
              <a:latin typeface="Open Sauce Bold"/>
              <a:ea typeface="Open Sauce Bold"/>
              <a:cs typeface="Open Sauce 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442145" y="4686625"/>
            <a:ext cx="3782707" cy="1165850"/>
            <a:chOff x="0" y="0"/>
            <a:chExt cx="996269" cy="30705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96269" cy="307055"/>
            </a:xfrm>
            <a:custGeom>
              <a:avLst/>
              <a:gdLst/>
              <a:ahLst/>
              <a:cxnLst/>
              <a:rect l="l" t="t" r="r" b="b"/>
              <a:pathLst>
                <a:path w="996269" h="307055">
                  <a:moveTo>
                    <a:pt x="153528" y="0"/>
                  </a:moveTo>
                  <a:lnTo>
                    <a:pt x="842741" y="0"/>
                  </a:lnTo>
                  <a:cubicBezTo>
                    <a:pt x="883459" y="0"/>
                    <a:pt x="922509" y="16175"/>
                    <a:pt x="951301" y="44967"/>
                  </a:cubicBezTo>
                  <a:cubicBezTo>
                    <a:pt x="980093" y="73759"/>
                    <a:pt x="996269" y="112810"/>
                    <a:pt x="996269" y="153528"/>
                  </a:cubicBezTo>
                  <a:lnTo>
                    <a:pt x="996269" y="153528"/>
                  </a:lnTo>
                  <a:cubicBezTo>
                    <a:pt x="996269" y="238318"/>
                    <a:pt x="927532" y="307055"/>
                    <a:pt x="842741" y="307055"/>
                  </a:cubicBezTo>
                  <a:lnTo>
                    <a:pt x="153528" y="307055"/>
                  </a:lnTo>
                  <a:cubicBezTo>
                    <a:pt x="112810" y="307055"/>
                    <a:pt x="73759" y="290880"/>
                    <a:pt x="44967" y="262088"/>
                  </a:cubicBezTo>
                  <a:cubicBezTo>
                    <a:pt x="16175" y="233296"/>
                    <a:pt x="0" y="194246"/>
                    <a:pt x="0" y="153528"/>
                  </a:cubicBezTo>
                  <a:lnTo>
                    <a:pt x="0" y="153528"/>
                  </a:lnTo>
                  <a:cubicBezTo>
                    <a:pt x="0" y="112810"/>
                    <a:pt x="16175" y="73759"/>
                    <a:pt x="44967" y="44967"/>
                  </a:cubicBezTo>
                  <a:cubicBezTo>
                    <a:pt x="73759" y="16175"/>
                    <a:pt x="112810" y="0"/>
                    <a:pt x="15352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76200"/>
              <a:ext cx="996269" cy="3832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4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122365" y="2584280"/>
            <a:ext cx="13241918" cy="16160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99"/>
              </a:lnSpc>
            </a:pPr>
            <a:r>
              <a:rPr lang="en-US" sz="9999" b="1">
                <a:solidFill>
                  <a:srgbClr val="000000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TECHNOLOGIES  USED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411293" y="4974275"/>
            <a:ext cx="1844412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java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0591746" y="4560575"/>
            <a:ext cx="3782707" cy="1165850"/>
            <a:chOff x="0" y="0"/>
            <a:chExt cx="996269" cy="30705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96269" cy="307055"/>
            </a:xfrm>
            <a:custGeom>
              <a:avLst/>
              <a:gdLst/>
              <a:ahLst/>
              <a:cxnLst/>
              <a:rect l="l" t="t" r="r" b="b"/>
              <a:pathLst>
                <a:path w="996269" h="307055">
                  <a:moveTo>
                    <a:pt x="153528" y="0"/>
                  </a:moveTo>
                  <a:lnTo>
                    <a:pt x="842741" y="0"/>
                  </a:lnTo>
                  <a:cubicBezTo>
                    <a:pt x="883459" y="0"/>
                    <a:pt x="922509" y="16175"/>
                    <a:pt x="951301" y="44967"/>
                  </a:cubicBezTo>
                  <a:cubicBezTo>
                    <a:pt x="980093" y="73759"/>
                    <a:pt x="996269" y="112810"/>
                    <a:pt x="996269" y="153528"/>
                  </a:cubicBezTo>
                  <a:lnTo>
                    <a:pt x="996269" y="153528"/>
                  </a:lnTo>
                  <a:cubicBezTo>
                    <a:pt x="996269" y="238318"/>
                    <a:pt x="927532" y="307055"/>
                    <a:pt x="842741" y="307055"/>
                  </a:cubicBezTo>
                  <a:lnTo>
                    <a:pt x="153528" y="307055"/>
                  </a:lnTo>
                  <a:cubicBezTo>
                    <a:pt x="112810" y="307055"/>
                    <a:pt x="73759" y="290880"/>
                    <a:pt x="44967" y="262088"/>
                  </a:cubicBezTo>
                  <a:cubicBezTo>
                    <a:pt x="16175" y="233296"/>
                    <a:pt x="0" y="194246"/>
                    <a:pt x="0" y="153528"/>
                  </a:cubicBezTo>
                  <a:lnTo>
                    <a:pt x="0" y="153528"/>
                  </a:lnTo>
                  <a:cubicBezTo>
                    <a:pt x="0" y="112810"/>
                    <a:pt x="16175" y="73759"/>
                    <a:pt x="44967" y="44967"/>
                  </a:cubicBezTo>
                  <a:cubicBezTo>
                    <a:pt x="73759" y="16175"/>
                    <a:pt x="112810" y="0"/>
                    <a:pt x="15352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76200"/>
              <a:ext cx="996269" cy="3832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4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1045738" y="4911412"/>
            <a:ext cx="2874722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MySQL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3522998" y="6309179"/>
            <a:ext cx="5621002" cy="1165850"/>
            <a:chOff x="0" y="0"/>
            <a:chExt cx="1480429" cy="30705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480429" cy="307055"/>
            </a:xfrm>
            <a:custGeom>
              <a:avLst/>
              <a:gdLst/>
              <a:ahLst/>
              <a:cxnLst/>
              <a:rect l="l" t="t" r="r" b="b"/>
              <a:pathLst>
                <a:path w="1480429" h="307055">
                  <a:moveTo>
                    <a:pt x="137732" y="0"/>
                  </a:moveTo>
                  <a:lnTo>
                    <a:pt x="1342697" y="0"/>
                  </a:lnTo>
                  <a:cubicBezTo>
                    <a:pt x="1418764" y="0"/>
                    <a:pt x="1480429" y="61665"/>
                    <a:pt x="1480429" y="137732"/>
                  </a:cubicBezTo>
                  <a:lnTo>
                    <a:pt x="1480429" y="169323"/>
                  </a:lnTo>
                  <a:cubicBezTo>
                    <a:pt x="1480429" y="245390"/>
                    <a:pt x="1418764" y="307055"/>
                    <a:pt x="1342697" y="307055"/>
                  </a:cubicBezTo>
                  <a:lnTo>
                    <a:pt x="137732" y="307055"/>
                  </a:lnTo>
                  <a:cubicBezTo>
                    <a:pt x="61665" y="307055"/>
                    <a:pt x="0" y="245390"/>
                    <a:pt x="0" y="169323"/>
                  </a:cubicBezTo>
                  <a:lnTo>
                    <a:pt x="0" y="137732"/>
                  </a:lnTo>
                  <a:cubicBezTo>
                    <a:pt x="0" y="61665"/>
                    <a:pt x="61665" y="0"/>
                    <a:pt x="13773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76200"/>
              <a:ext cx="1480429" cy="3832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4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4026683" y="6624000"/>
            <a:ext cx="4950043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MySQL Connector/J 9.2.0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0051985" y="6213020"/>
            <a:ext cx="5312298" cy="1165850"/>
            <a:chOff x="0" y="0"/>
            <a:chExt cx="1399124" cy="30705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399124" cy="307055"/>
            </a:xfrm>
            <a:custGeom>
              <a:avLst/>
              <a:gdLst/>
              <a:ahLst/>
              <a:cxnLst/>
              <a:rect l="l" t="t" r="r" b="b"/>
              <a:pathLst>
                <a:path w="1399124" h="307055">
                  <a:moveTo>
                    <a:pt x="145736" y="0"/>
                  </a:moveTo>
                  <a:lnTo>
                    <a:pt x="1253388" y="0"/>
                  </a:lnTo>
                  <a:cubicBezTo>
                    <a:pt x="1292039" y="0"/>
                    <a:pt x="1329108" y="15354"/>
                    <a:pt x="1356439" y="42685"/>
                  </a:cubicBezTo>
                  <a:cubicBezTo>
                    <a:pt x="1383769" y="70016"/>
                    <a:pt x="1399124" y="107084"/>
                    <a:pt x="1399124" y="145736"/>
                  </a:cubicBezTo>
                  <a:lnTo>
                    <a:pt x="1399124" y="161319"/>
                  </a:lnTo>
                  <a:cubicBezTo>
                    <a:pt x="1399124" y="241807"/>
                    <a:pt x="1333876" y="307055"/>
                    <a:pt x="1253388" y="307055"/>
                  </a:cubicBezTo>
                  <a:lnTo>
                    <a:pt x="145736" y="307055"/>
                  </a:lnTo>
                  <a:cubicBezTo>
                    <a:pt x="107084" y="307055"/>
                    <a:pt x="70016" y="291701"/>
                    <a:pt x="42685" y="264370"/>
                  </a:cubicBezTo>
                  <a:cubicBezTo>
                    <a:pt x="15354" y="237039"/>
                    <a:pt x="0" y="199971"/>
                    <a:pt x="0" y="161319"/>
                  </a:cubicBezTo>
                  <a:lnTo>
                    <a:pt x="0" y="145736"/>
                  </a:lnTo>
                  <a:cubicBezTo>
                    <a:pt x="0" y="65248"/>
                    <a:pt x="65248" y="0"/>
                    <a:pt x="14573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-76200"/>
              <a:ext cx="1399124" cy="3832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4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1270773" y="6517071"/>
            <a:ext cx="2874722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Intellij IDEA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-9525" y="63187"/>
            <a:ext cx="18297525" cy="10287000"/>
            <a:chOff x="0" y="0"/>
            <a:chExt cx="24396700" cy="13716000"/>
          </a:xfrm>
        </p:grpSpPr>
        <p:grpSp>
          <p:nvGrpSpPr>
            <p:cNvPr id="20" name="Group 20"/>
            <p:cNvGrpSpPr/>
            <p:nvPr/>
          </p:nvGrpSpPr>
          <p:grpSpPr>
            <a:xfrm>
              <a:off x="0" y="0"/>
              <a:ext cx="1043385" cy="13716000"/>
              <a:chOff x="0" y="0"/>
              <a:chExt cx="206101" cy="2709333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206101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206101" h="2709333">
                    <a:moveTo>
                      <a:pt x="0" y="0"/>
                    </a:moveTo>
                    <a:lnTo>
                      <a:pt x="206101" y="0"/>
                    </a:lnTo>
                    <a:lnTo>
                      <a:pt x="206101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0" y="-76200"/>
                <a:ext cx="206101" cy="27855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24"/>
                  </a:lnSpc>
                </a:pPr>
                <a:endParaRPr/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23353315" y="0"/>
              <a:ext cx="1043385" cy="13716000"/>
              <a:chOff x="0" y="0"/>
              <a:chExt cx="206101" cy="2709333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206101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206101" h="2709333">
                    <a:moveTo>
                      <a:pt x="0" y="0"/>
                    </a:moveTo>
                    <a:lnTo>
                      <a:pt x="206101" y="0"/>
                    </a:lnTo>
                    <a:lnTo>
                      <a:pt x="206101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0" y="-76200"/>
                <a:ext cx="206101" cy="27855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24"/>
                  </a:lnSpc>
                </a:pPr>
                <a:endParaRPr/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 rot="-5400000">
              <a:off x="11670307" y="-11670307"/>
              <a:ext cx="1043385" cy="24384000"/>
              <a:chOff x="0" y="0"/>
              <a:chExt cx="206101" cy="4816593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206101" cy="4816592"/>
              </a:xfrm>
              <a:custGeom>
                <a:avLst/>
                <a:gdLst/>
                <a:ahLst/>
                <a:cxnLst/>
                <a:rect l="l" t="t" r="r" b="b"/>
                <a:pathLst>
                  <a:path w="206101" h="4816592">
                    <a:moveTo>
                      <a:pt x="0" y="0"/>
                    </a:moveTo>
                    <a:lnTo>
                      <a:pt x="206101" y="0"/>
                    </a:lnTo>
                    <a:lnTo>
                      <a:pt x="206101" y="4816592"/>
                    </a:lnTo>
                    <a:lnTo>
                      <a:pt x="0" y="4816592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0" y="-76200"/>
                <a:ext cx="206101" cy="489279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24"/>
                  </a:lnSpc>
                </a:pPr>
                <a:endParaRPr/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 rot="-5400000">
              <a:off x="11670307" y="1002307"/>
              <a:ext cx="1043385" cy="24384000"/>
              <a:chOff x="0" y="0"/>
              <a:chExt cx="206101" cy="4816593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206101" cy="4816592"/>
              </a:xfrm>
              <a:custGeom>
                <a:avLst/>
                <a:gdLst/>
                <a:ahLst/>
                <a:cxnLst/>
                <a:rect l="l" t="t" r="r" b="b"/>
                <a:pathLst>
                  <a:path w="206101" h="4816592">
                    <a:moveTo>
                      <a:pt x="0" y="0"/>
                    </a:moveTo>
                    <a:lnTo>
                      <a:pt x="206101" y="0"/>
                    </a:lnTo>
                    <a:lnTo>
                      <a:pt x="206101" y="4816592"/>
                    </a:lnTo>
                    <a:lnTo>
                      <a:pt x="0" y="4816592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0" y="-76200"/>
                <a:ext cx="206101" cy="489279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24"/>
                  </a:lnSpc>
                </a:pPr>
                <a:endParaRPr/>
              </a:p>
            </p:txBody>
          </p:sp>
        </p:grpSp>
      </p:grpSp>
      <p:grpSp>
        <p:nvGrpSpPr>
          <p:cNvPr id="32" name="Group 32"/>
          <p:cNvGrpSpPr/>
          <p:nvPr/>
        </p:nvGrpSpPr>
        <p:grpSpPr>
          <a:xfrm rot="-5400000">
            <a:off x="8752731" y="-8752731"/>
            <a:ext cx="782539" cy="18288000"/>
            <a:chOff x="0" y="0"/>
            <a:chExt cx="206101" cy="4816593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206101" cy="4816592"/>
            </a:xfrm>
            <a:custGeom>
              <a:avLst/>
              <a:gdLst/>
              <a:ahLst/>
              <a:cxnLst/>
              <a:rect l="l" t="t" r="r" b="b"/>
              <a:pathLst>
                <a:path w="206101" h="4816592">
                  <a:moveTo>
                    <a:pt x="0" y="0"/>
                  </a:moveTo>
                  <a:lnTo>
                    <a:pt x="206101" y="0"/>
                  </a:lnTo>
                  <a:lnTo>
                    <a:pt x="206101" y="4816592"/>
                  </a:lnTo>
                  <a:lnTo>
                    <a:pt x="0" y="481659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4" name="TextBox 34"/>
            <p:cNvSpPr txBox="1"/>
            <p:nvPr/>
          </p:nvSpPr>
          <p:spPr>
            <a:xfrm>
              <a:off x="0" y="-76200"/>
              <a:ext cx="206101" cy="48927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4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525" y="0"/>
            <a:ext cx="18297525" cy="10287000"/>
            <a:chOff x="0" y="0"/>
            <a:chExt cx="24396700" cy="1371600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1043385" cy="13716000"/>
              <a:chOff x="0" y="0"/>
              <a:chExt cx="206101" cy="2709333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206101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206101" h="2709333">
                    <a:moveTo>
                      <a:pt x="0" y="0"/>
                    </a:moveTo>
                    <a:lnTo>
                      <a:pt x="206101" y="0"/>
                    </a:lnTo>
                    <a:lnTo>
                      <a:pt x="206101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76200"/>
                <a:ext cx="206101" cy="27855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24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23353315" y="0"/>
              <a:ext cx="1043385" cy="13716000"/>
              <a:chOff x="0" y="0"/>
              <a:chExt cx="206101" cy="2709333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206101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206101" h="2709333">
                    <a:moveTo>
                      <a:pt x="0" y="0"/>
                    </a:moveTo>
                    <a:lnTo>
                      <a:pt x="206101" y="0"/>
                    </a:lnTo>
                    <a:lnTo>
                      <a:pt x="206101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76200"/>
                <a:ext cx="206101" cy="27855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24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 rot="-5400000">
              <a:off x="11670307" y="-11670307"/>
              <a:ext cx="1043385" cy="24384000"/>
              <a:chOff x="0" y="0"/>
              <a:chExt cx="206101" cy="4816593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206101" cy="4816592"/>
              </a:xfrm>
              <a:custGeom>
                <a:avLst/>
                <a:gdLst/>
                <a:ahLst/>
                <a:cxnLst/>
                <a:rect l="l" t="t" r="r" b="b"/>
                <a:pathLst>
                  <a:path w="206101" h="4816592">
                    <a:moveTo>
                      <a:pt x="0" y="0"/>
                    </a:moveTo>
                    <a:lnTo>
                      <a:pt x="206101" y="0"/>
                    </a:lnTo>
                    <a:lnTo>
                      <a:pt x="206101" y="4816592"/>
                    </a:lnTo>
                    <a:lnTo>
                      <a:pt x="0" y="4816592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76200"/>
                <a:ext cx="206101" cy="489279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24"/>
                  </a:lnSpc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 rot="-5400000">
              <a:off x="11670307" y="1002307"/>
              <a:ext cx="1043385" cy="24384000"/>
              <a:chOff x="0" y="0"/>
              <a:chExt cx="206101" cy="4816593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206101" cy="4816592"/>
              </a:xfrm>
              <a:custGeom>
                <a:avLst/>
                <a:gdLst/>
                <a:ahLst/>
                <a:cxnLst/>
                <a:rect l="l" t="t" r="r" b="b"/>
                <a:pathLst>
                  <a:path w="206101" h="4816592">
                    <a:moveTo>
                      <a:pt x="0" y="0"/>
                    </a:moveTo>
                    <a:lnTo>
                      <a:pt x="206101" y="0"/>
                    </a:lnTo>
                    <a:lnTo>
                      <a:pt x="206101" y="4816592"/>
                    </a:lnTo>
                    <a:lnTo>
                      <a:pt x="0" y="4816592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76200"/>
                <a:ext cx="206101" cy="489279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24"/>
                  </a:lnSpc>
                </a:pPr>
                <a:endParaRPr/>
              </a:p>
            </p:txBody>
          </p:sp>
        </p:grpSp>
      </p:grpSp>
      <p:grpSp>
        <p:nvGrpSpPr>
          <p:cNvPr id="15" name="Group 15"/>
          <p:cNvGrpSpPr/>
          <p:nvPr/>
        </p:nvGrpSpPr>
        <p:grpSpPr>
          <a:xfrm rot="-5400000">
            <a:off x="8752731" y="-8752731"/>
            <a:ext cx="782539" cy="18288000"/>
            <a:chOff x="0" y="0"/>
            <a:chExt cx="206101" cy="481659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06101" cy="4816592"/>
            </a:xfrm>
            <a:custGeom>
              <a:avLst/>
              <a:gdLst/>
              <a:ahLst/>
              <a:cxnLst/>
              <a:rect l="l" t="t" r="r" b="b"/>
              <a:pathLst>
                <a:path w="206101" h="4816592">
                  <a:moveTo>
                    <a:pt x="0" y="0"/>
                  </a:moveTo>
                  <a:lnTo>
                    <a:pt x="206101" y="0"/>
                  </a:lnTo>
                  <a:lnTo>
                    <a:pt x="206101" y="4816592"/>
                  </a:lnTo>
                  <a:lnTo>
                    <a:pt x="0" y="481659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76200"/>
              <a:ext cx="206101" cy="48927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4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461864" y="2319643"/>
            <a:ext cx="15373796" cy="12985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000"/>
              </a:lnSpc>
            </a:pPr>
            <a:r>
              <a:rPr lang="en-US" sz="8000" b="1">
                <a:solidFill>
                  <a:srgbClr val="000000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ADMIN ROLE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967831" y="5448300"/>
            <a:ext cx="9663941" cy="3101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53949" lvl="1" indent="-326974" algn="l">
              <a:lnSpc>
                <a:spcPts val="4240"/>
              </a:lnSpc>
              <a:buFont typeface="Arial"/>
              <a:buChar char="•"/>
            </a:pPr>
            <a:r>
              <a:rPr lang="en-US" sz="3028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Add/Update/Delete student and faculty details</a:t>
            </a:r>
          </a:p>
          <a:p>
            <a:pPr marL="653949" lvl="1" indent="-326974" algn="l">
              <a:lnSpc>
                <a:spcPts val="4240"/>
              </a:lnSpc>
              <a:buFont typeface="Arial"/>
              <a:buChar char="•"/>
            </a:pPr>
            <a:r>
              <a:rPr lang="en-US" sz="3028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View student details</a:t>
            </a:r>
          </a:p>
          <a:p>
            <a:pPr marL="653949" lvl="1" indent="-326974" algn="l">
              <a:lnSpc>
                <a:spcPts val="4240"/>
              </a:lnSpc>
              <a:buFont typeface="Arial"/>
              <a:buChar char="•"/>
            </a:pPr>
            <a:r>
              <a:rPr lang="en-US" sz="3028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Enter and update marks</a:t>
            </a:r>
          </a:p>
          <a:p>
            <a:pPr marL="653949" lvl="1" indent="-326974" algn="l">
              <a:lnSpc>
                <a:spcPts val="4240"/>
              </a:lnSpc>
              <a:buFont typeface="Arial"/>
              <a:buChar char="•"/>
            </a:pPr>
            <a:r>
              <a:rPr lang="en-US" sz="3028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View examination details</a:t>
            </a:r>
          </a:p>
          <a:p>
            <a:pPr marL="653949" lvl="1" indent="-326974" algn="l">
              <a:lnSpc>
                <a:spcPts val="4240"/>
              </a:lnSpc>
              <a:buFont typeface="Arial"/>
              <a:buChar char="•"/>
            </a:pPr>
            <a:r>
              <a:rPr lang="en-US" sz="3028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Search for a student by roll number</a:t>
            </a:r>
          </a:p>
          <a:p>
            <a:pPr algn="just">
              <a:lnSpc>
                <a:spcPts val="3540"/>
              </a:lnSpc>
            </a:pPr>
            <a:endParaRPr lang="en-US" sz="3028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grpSp>
        <p:nvGrpSpPr>
          <p:cNvPr id="20" name="Group 20"/>
          <p:cNvGrpSpPr/>
          <p:nvPr/>
        </p:nvGrpSpPr>
        <p:grpSpPr>
          <a:xfrm>
            <a:off x="5711944" y="3977650"/>
            <a:ext cx="6873637" cy="1165850"/>
            <a:chOff x="0" y="0"/>
            <a:chExt cx="1810341" cy="307055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810341" cy="307055"/>
            </a:xfrm>
            <a:custGeom>
              <a:avLst/>
              <a:gdLst/>
              <a:ahLst/>
              <a:cxnLst/>
              <a:rect l="l" t="t" r="r" b="b"/>
              <a:pathLst>
                <a:path w="1810341" h="307055">
                  <a:moveTo>
                    <a:pt x="112632" y="0"/>
                  </a:moveTo>
                  <a:lnTo>
                    <a:pt x="1697709" y="0"/>
                  </a:lnTo>
                  <a:cubicBezTo>
                    <a:pt x="1759914" y="0"/>
                    <a:pt x="1810341" y="50427"/>
                    <a:pt x="1810341" y="112632"/>
                  </a:cubicBezTo>
                  <a:lnTo>
                    <a:pt x="1810341" y="194423"/>
                  </a:lnTo>
                  <a:cubicBezTo>
                    <a:pt x="1810341" y="256628"/>
                    <a:pt x="1759914" y="307055"/>
                    <a:pt x="1697709" y="307055"/>
                  </a:cubicBezTo>
                  <a:lnTo>
                    <a:pt x="112632" y="307055"/>
                  </a:lnTo>
                  <a:cubicBezTo>
                    <a:pt x="50427" y="307055"/>
                    <a:pt x="0" y="256628"/>
                    <a:pt x="0" y="194423"/>
                  </a:cubicBezTo>
                  <a:lnTo>
                    <a:pt x="0" y="112632"/>
                  </a:lnTo>
                  <a:cubicBezTo>
                    <a:pt x="0" y="50427"/>
                    <a:pt x="50427" y="0"/>
                    <a:pt x="112632" y="0"/>
                  </a:cubicBezTo>
                  <a:close/>
                </a:path>
              </a:pathLst>
            </a:custGeom>
            <a:solidFill>
              <a:srgbClr val="000000"/>
            </a:solidFill>
            <a:ln cap="rnd">
              <a:noFill/>
              <a:prstDash val="solid"/>
              <a:round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0" y="-76200"/>
              <a:ext cx="1810341" cy="3832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4"/>
                </a:lnSpc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6676329" y="4265300"/>
            <a:ext cx="4935342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Admin is the only user role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028700" cy="10287000"/>
            <a:chOff x="0" y="0"/>
            <a:chExt cx="270933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0933" cy="2709333"/>
            </a:xfrm>
            <a:custGeom>
              <a:avLst/>
              <a:gdLst/>
              <a:ahLst/>
              <a:cxnLst/>
              <a:rect l="l" t="t" r="r" b="b"/>
              <a:pathLst>
                <a:path w="270933" h="2709333">
                  <a:moveTo>
                    <a:pt x="0" y="0"/>
                  </a:moveTo>
                  <a:lnTo>
                    <a:pt x="270933" y="0"/>
                  </a:lnTo>
                  <a:lnTo>
                    <a:pt x="27093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76200"/>
              <a:ext cx="270933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4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259300" y="0"/>
            <a:ext cx="1028700" cy="10287000"/>
            <a:chOff x="0" y="0"/>
            <a:chExt cx="270933" cy="270933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70933" cy="2709333"/>
            </a:xfrm>
            <a:custGeom>
              <a:avLst/>
              <a:gdLst/>
              <a:ahLst/>
              <a:cxnLst/>
              <a:rect l="l" t="t" r="r" b="b"/>
              <a:pathLst>
                <a:path w="270933" h="2709333">
                  <a:moveTo>
                    <a:pt x="0" y="0"/>
                  </a:moveTo>
                  <a:lnTo>
                    <a:pt x="270933" y="0"/>
                  </a:lnTo>
                  <a:lnTo>
                    <a:pt x="27093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76200"/>
              <a:ext cx="270933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4"/>
                </a:lnSpc>
              </a:pPr>
              <a:endParaRPr/>
            </a:p>
          </p:txBody>
        </p:sp>
      </p:grpSp>
      <p:graphicFrame>
        <p:nvGraphicFramePr>
          <p:cNvPr id="8" name="Table 8"/>
          <p:cNvGraphicFramePr>
            <a:graphicFrameLocks noGrp="1"/>
          </p:cNvGraphicFramePr>
          <p:nvPr/>
        </p:nvGraphicFramePr>
        <p:xfrm>
          <a:off x="5496723" y="1028700"/>
          <a:ext cx="9132598" cy="9239252"/>
        </p:xfrm>
        <a:graphic>
          <a:graphicData uri="http://schemas.openxmlformats.org/drawingml/2006/table">
            <a:tbl>
              <a:tblPr/>
              <a:tblGrid>
                <a:gridCol w="27564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761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39932">
                <a:tc>
                  <a:txBody>
                    <a:bodyPr/>
                    <a:lstStyle/>
                    <a:p>
                      <a:pPr algn="l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Class Name</a:t>
                      </a:r>
                      <a:endParaRPr lang="en-US" sz="1100"/>
                    </a:p>
                  </a:txBody>
                  <a:tcPr marL="171450" marR="171450" marT="171450" marB="1714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Function</a:t>
                      </a:r>
                      <a:endParaRPr lang="en-US" sz="1100"/>
                    </a:p>
                  </a:txBody>
                  <a:tcPr marL="171450" marR="171450" marT="171450" marB="1714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9932">
                <a:tc>
                  <a:txBody>
                    <a:bodyPr/>
                    <a:lstStyle/>
                    <a:p>
                      <a:pPr algn="l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AddStudent</a:t>
                      </a:r>
                      <a:endParaRPr lang="en-US" sz="1100"/>
                    </a:p>
                  </a:txBody>
                  <a:tcPr marL="171450" marR="171450" marT="171450" marB="1714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Add new student data</a:t>
                      </a:r>
                      <a:endParaRPr lang="en-US" sz="1100"/>
                    </a:p>
                  </a:txBody>
                  <a:tcPr marL="171450" marR="171450" marT="171450" marB="1714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9932">
                <a:tc>
                  <a:txBody>
                    <a:bodyPr/>
                    <a:lstStyle/>
                    <a:p>
                      <a:pPr algn="l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AddFaculty</a:t>
                      </a:r>
                      <a:endParaRPr lang="en-US" sz="1100"/>
                    </a:p>
                  </a:txBody>
                  <a:tcPr marL="171450" marR="171450" marT="171450" marB="1714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Add new faculty info</a:t>
                      </a:r>
                      <a:endParaRPr lang="en-US" sz="1100"/>
                    </a:p>
                  </a:txBody>
                  <a:tcPr marL="171450" marR="171450" marT="171450" marB="1714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9932">
                <a:tc>
                  <a:txBody>
                    <a:bodyPr/>
                    <a:lstStyle/>
                    <a:p>
                      <a:pPr algn="l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updateStudent</a:t>
                      </a:r>
                      <a:endParaRPr lang="en-US" sz="1100"/>
                    </a:p>
                  </a:txBody>
                  <a:tcPr marL="171450" marR="171450" marT="171450" marB="1714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Edit student data</a:t>
                      </a:r>
                      <a:endParaRPr lang="en-US" sz="1100"/>
                    </a:p>
                  </a:txBody>
                  <a:tcPr marL="171450" marR="171450" marT="171450" marB="1714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39932">
                <a:tc>
                  <a:txBody>
                    <a:bodyPr/>
                    <a:lstStyle/>
                    <a:p>
                      <a:pPr algn="l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UpdateTeacher</a:t>
                      </a:r>
                      <a:endParaRPr lang="en-US" sz="1100"/>
                    </a:p>
                  </a:txBody>
                  <a:tcPr marL="171450" marR="171450" marT="171450" marB="1714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Edit faculty data</a:t>
                      </a:r>
                      <a:endParaRPr lang="en-US" sz="1100"/>
                    </a:p>
                  </a:txBody>
                  <a:tcPr marL="171450" marR="171450" marT="171450" marB="1714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39932">
                <a:tc>
                  <a:txBody>
                    <a:bodyPr/>
                    <a:lstStyle/>
                    <a:p>
                      <a:pPr algn="l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StudentDetails</a:t>
                      </a:r>
                      <a:endParaRPr lang="en-US" sz="1100"/>
                    </a:p>
                  </a:txBody>
                  <a:tcPr marL="171450" marR="171450" marT="171450" marB="1714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View list of students</a:t>
                      </a:r>
                      <a:endParaRPr lang="en-US" sz="1100"/>
                    </a:p>
                  </a:txBody>
                  <a:tcPr marL="171450" marR="171450" marT="171450" marB="1714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39932">
                <a:tc>
                  <a:txBody>
                    <a:bodyPr/>
                    <a:lstStyle/>
                    <a:p>
                      <a:pPr algn="l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TeacherDetails</a:t>
                      </a:r>
                      <a:endParaRPr lang="en-US" sz="1100"/>
                    </a:p>
                  </a:txBody>
                  <a:tcPr marL="171450" marR="171450" marT="171450" marB="1714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View faculty list</a:t>
                      </a:r>
                      <a:endParaRPr lang="en-US" sz="1100"/>
                    </a:p>
                  </a:txBody>
                  <a:tcPr marL="171450" marR="171450" marT="171450" marB="1714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839932">
                <a:tc>
                  <a:txBody>
                    <a:bodyPr/>
                    <a:lstStyle/>
                    <a:p>
                      <a:pPr algn="l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EnterMarks</a:t>
                      </a:r>
                      <a:endParaRPr lang="en-US" sz="1100"/>
                    </a:p>
                  </a:txBody>
                  <a:tcPr marL="171450" marR="171450" marT="171450" marB="1714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Input student marks</a:t>
                      </a:r>
                      <a:endParaRPr lang="en-US" sz="1100"/>
                    </a:p>
                  </a:txBody>
                  <a:tcPr marL="171450" marR="171450" marT="171450" marB="1714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839932">
                <a:tc>
                  <a:txBody>
                    <a:bodyPr/>
                    <a:lstStyle/>
                    <a:p>
                      <a:pPr algn="l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ExaminationDetails</a:t>
                      </a:r>
                      <a:endParaRPr lang="en-US" sz="1100"/>
                    </a:p>
                  </a:txBody>
                  <a:tcPr marL="171450" marR="171450" marT="171450" marB="1714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Show exam schedules/details</a:t>
                      </a:r>
                      <a:endParaRPr lang="en-US" sz="1100"/>
                    </a:p>
                  </a:txBody>
                  <a:tcPr marL="171450" marR="171450" marT="171450" marB="1714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839932"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Conn</a:t>
                      </a:r>
                      <a:endParaRPr lang="en-US" sz="1100"/>
                    </a:p>
                  </a:txBody>
                  <a:tcPr marL="171450" marR="171450" marT="171450" marB="1714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DB connection handler</a:t>
                      </a:r>
                      <a:endParaRPr lang="en-US" sz="1100"/>
                    </a:p>
                  </a:txBody>
                  <a:tcPr marL="171450" marR="171450" marT="171450" marB="1714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839932">
                <a:tc>
                  <a:txBody>
                    <a:bodyPr/>
                    <a:lstStyle/>
                    <a:p>
                      <a:pPr algn="l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Login / Splash</a:t>
                      </a:r>
                      <a:endParaRPr lang="en-US" sz="1100"/>
                    </a:p>
                  </a:txBody>
                  <a:tcPr marL="171450" marR="171450" marT="171450" marB="1714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Admin access</a:t>
                      </a:r>
                      <a:endParaRPr lang="en-US" sz="1100"/>
                    </a:p>
                  </a:txBody>
                  <a:tcPr marL="171450" marR="171450" marT="171450" marB="1714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9" name="TextBox 9"/>
          <p:cNvSpPr txBox="1"/>
          <p:nvPr/>
        </p:nvSpPr>
        <p:spPr>
          <a:xfrm>
            <a:off x="4284205" y="154766"/>
            <a:ext cx="10717173" cy="981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6000" b="1">
                <a:solidFill>
                  <a:srgbClr val="000000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MODULE OVERVIEW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028700" cy="10287000"/>
            <a:chOff x="0" y="0"/>
            <a:chExt cx="270933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0933" cy="2709333"/>
            </a:xfrm>
            <a:custGeom>
              <a:avLst/>
              <a:gdLst/>
              <a:ahLst/>
              <a:cxnLst/>
              <a:rect l="l" t="t" r="r" b="b"/>
              <a:pathLst>
                <a:path w="270933" h="2709333">
                  <a:moveTo>
                    <a:pt x="0" y="0"/>
                  </a:moveTo>
                  <a:lnTo>
                    <a:pt x="270933" y="0"/>
                  </a:lnTo>
                  <a:lnTo>
                    <a:pt x="27093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76200"/>
              <a:ext cx="270933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4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259300" y="0"/>
            <a:ext cx="1028700" cy="10287000"/>
            <a:chOff x="0" y="0"/>
            <a:chExt cx="270933" cy="270933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70933" cy="2709333"/>
            </a:xfrm>
            <a:custGeom>
              <a:avLst/>
              <a:gdLst/>
              <a:ahLst/>
              <a:cxnLst/>
              <a:rect l="l" t="t" r="r" b="b"/>
              <a:pathLst>
                <a:path w="270933" h="2709333">
                  <a:moveTo>
                    <a:pt x="0" y="0"/>
                  </a:moveTo>
                  <a:lnTo>
                    <a:pt x="270933" y="0"/>
                  </a:lnTo>
                  <a:lnTo>
                    <a:pt x="27093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76200"/>
              <a:ext cx="270933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4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8933164" y="2825679"/>
            <a:ext cx="7469577" cy="4090184"/>
          </a:xfrm>
          <a:custGeom>
            <a:avLst/>
            <a:gdLst/>
            <a:ahLst/>
            <a:cxnLst/>
            <a:rect l="l" t="t" r="r" b="b"/>
            <a:pathLst>
              <a:path w="7469577" h="4090184">
                <a:moveTo>
                  <a:pt x="0" y="0"/>
                </a:moveTo>
                <a:lnTo>
                  <a:pt x="7469577" y="0"/>
                </a:lnTo>
                <a:lnTo>
                  <a:pt x="7469577" y="4090185"/>
                </a:lnTo>
                <a:lnTo>
                  <a:pt x="0" y="40901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895" r="-4895"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989152" y="2869226"/>
            <a:ext cx="5983561" cy="4003090"/>
          </a:xfrm>
          <a:custGeom>
            <a:avLst/>
            <a:gdLst/>
            <a:ahLst/>
            <a:cxnLst/>
            <a:rect l="l" t="t" r="r" b="b"/>
            <a:pathLst>
              <a:path w="5983561" h="4003090">
                <a:moveTo>
                  <a:pt x="0" y="0"/>
                </a:moveTo>
                <a:lnTo>
                  <a:pt x="5983561" y="0"/>
                </a:lnTo>
                <a:lnTo>
                  <a:pt x="5983561" y="4003090"/>
                </a:lnTo>
                <a:lnTo>
                  <a:pt x="0" y="40030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876" b="-2876"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2055782" y="815551"/>
            <a:ext cx="14176437" cy="12985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000"/>
              </a:lnSpc>
            </a:pPr>
            <a:r>
              <a:rPr lang="en-US" sz="8000" b="1">
                <a:solidFill>
                  <a:srgbClr val="000000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KEY FUNCTIONALITIES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894CC08-15F6-83ED-8721-C6601B4C39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5599" y="1866900"/>
            <a:ext cx="11887201" cy="5867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97525" cy="10287000"/>
            <a:chOff x="0" y="0"/>
            <a:chExt cx="24396700" cy="13716000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1043385" cy="13716000"/>
              <a:chOff x="0" y="0"/>
              <a:chExt cx="206101" cy="2709333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206101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206101" h="2709333">
                    <a:moveTo>
                      <a:pt x="0" y="0"/>
                    </a:moveTo>
                    <a:lnTo>
                      <a:pt x="206101" y="0"/>
                    </a:lnTo>
                    <a:lnTo>
                      <a:pt x="206101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FFF4EA"/>
              </a:soli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76200"/>
                <a:ext cx="206101" cy="27855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24"/>
                  </a:lnSpc>
                </a:pPr>
                <a:endParaRPr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23353315" y="0"/>
              <a:ext cx="1043385" cy="13716000"/>
              <a:chOff x="0" y="0"/>
              <a:chExt cx="206101" cy="2709333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206101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206101" h="2709333">
                    <a:moveTo>
                      <a:pt x="0" y="0"/>
                    </a:moveTo>
                    <a:lnTo>
                      <a:pt x="206101" y="0"/>
                    </a:lnTo>
                    <a:lnTo>
                      <a:pt x="206101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FFF4EA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76200"/>
                <a:ext cx="206101" cy="27855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24"/>
                  </a:lnSpc>
                </a:pPr>
                <a:endParaRPr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 rot="-5400000">
              <a:off x="11670307" y="-11670307"/>
              <a:ext cx="1043385" cy="24384000"/>
              <a:chOff x="0" y="0"/>
              <a:chExt cx="206101" cy="4816593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206101" cy="4816592"/>
              </a:xfrm>
              <a:custGeom>
                <a:avLst/>
                <a:gdLst/>
                <a:ahLst/>
                <a:cxnLst/>
                <a:rect l="l" t="t" r="r" b="b"/>
                <a:pathLst>
                  <a:path w="206101" h="4816592">
                    <a:moveTo>
                      <a:pt x="0" y="0"/>
                    </a:moveTo>
                    <a:lnTo>
                      <a:pt x="206101" y="0"/>
                    </a:lnTo>
                    <a:lnTo>
                      <a:pt x="206101" y="4816592"/>
                    </a:lnTo>
                    <a:lnTo>
                      <a:pt x="0" y="4816592"/>
                    </a:lnTo>
                    <a:close/>
                  </a:path>
                </a:pathLst>
              </a:custGeom>
              <a:solidFill>
                <a:srgbClr val="FFF4EA"/>
              </a:solidFill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0" y="-76200"/>
                <a:ext cx="206101" cy="489279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24"/>
                  </a:lnSpc>
                </a:pPr>
                <a:endParaRPr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 rot="-5400000">
              <a:off x="11670307" y="1002307"/>
              <a:ext cx="1043385" cy="24384000"/>
              <a:chOff x="0" y="0"/>
              <a:chExt cx="206101" cy="4816593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206101" cy="4816592"/>
              </a:xfrm>
              <a:custGeom>
                <a:avLst/>
                <a:gdLst/>
                <a:ahLst/>
                <a:cxnLst/>
                <a:rect l="l" t="t" r="r" b="b"/>
                <a:pathLst>
                  <a:path w="206101" h="4816592">
                    <a:moveTo>
                      <a:pt x="0" y="0"/>
                    </a:moveTo>
                    <a:lnTo>
                      <a:pt x="206101" y="0"/>
                    </a:lnTo>
                    <a:lnTo>
                      <a:pt x="206101" y="4816592"/>
                    </a:lnTo>
                    <a:lnTo>
                      <a:pt x="0" y="4816592"/>
                    </a:lnTo>
                    <a:close/>
                  </a:path>
                </a:pathLst>
              </a:custGeom>
              <a:solidFill>
                <a:srgbClr val="FFF4EA"/>
              </a:solidFill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0" y="-76200"/>
                <a:ext cx="206101" cy="489279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24"/>
                  </a:lnSpc>
                </a:pPr>
                <a:endParaRPr/>
              </a:p>
            </p:txBody>
          </p:sp>
        </p:grpSp>
      </p:grpSp>
      <p:sp>
        <p:nvSpPr>
          <p:cNvPr id="16" name="TextBox 16"/>
          <p:cNvSpPr txBox="1"/>
          <p:nvPr/>
        </p:nvSpPr>
        <p:spPr>
          <a:xfrm>
            <a:off x="5368484" y="2895600"/>
            <a:ext cx="7551033" cy="434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5000" b="1">
                <a:solidFill>
                  <a:srgbClr val="000000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THANK YOU</a:t>
            </a:r>
          </a:p>
        </p:txBody>
      </p:sp>
      <p:grpSp>
        <p:nvGrpSpPr>
          <p:cNvPr id="17" name="Group 17"/>
          <p:cNvGrpSpPr/>
          <p:nvPr/>
        </p:nvGrpSpPr>
        <p:grpSpPr>
          <a:xfrm rot="-5400000">
            <a:off x="8752731" y="-8752731"/>
            <a:ext cx="782539" cy="18288000"/>
            <a:chOff x="0" y="0"/>
            <a:chExt cx="206101" cy="481659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06101" cy="4816592"/>
            </a:xfrm>
            <a:custGeom>
              <a:avLst/>
              <a:gdLst/>
              <a:ahLst/>
              <a:cxnLst/>
              <a:rect l="l" t="t" r="r" b="b"/>
              <a:pathLst>
                <a:path w="206101" h="4816592">
                  <a:moveTo>
                    <a:pt x="0" y="0"/>
                  </a:moveTo>
                  <a:lnTo>
                    <a:pt x="206101" y="0"/>
                  </a:lnTo>
                  <a:lnTo>
                    <a:pt x="206101" y="4816592"/>
                  </a:lnTo>
                  <a:lnTo>
                    <a:pt x="0" y="4816592"/>
                  </a:lnTo>
                  <a:close/>
                </a:path>
              </a:pathLst>
            </a:custGeom>
            <a:solidFill>
              <a:srgbClr val="FFF4EA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76200"/>
              <a:ext cx="206101" cy="48927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4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115</Words>
  <Application>Microsoft Office PowerPoint</Application>
  <PresentationFormat>Custom</PresentationFormat>
  <Paragraphs>43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Calibri</vt:lpstr>
      <vt:lpstr>Open Sauce</vt:lpstr>
      <vt:lpstr>Josefin Sans</vt:lpstr>
      <vt:lpstr>Open Sauce Bold</vt:lpstr>
      <vt:lpstr>Arial</vt:lpstr>
      <vt:lpstr>Cooper Hewitt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Aneka Cloud</dc:title>
  <dc:creator>SWATHI PRIYA YAKKALURU</dc:creator>
  <cp:lastModifiedBy>SWATHI PRIYA YAKKALURU</cp:lastModifiedBy>
  <cp:revision>5</cp:revision>
  <dcterms:created xsi:type="dcterms:W3CDTF">2006-08-16T00:00:00Z</dcterms:created>
  <dcterms:modified xsi:type="dcterms:W3CDTF">2025-04-30T10:40:01Z</dcterms:modified>
  <dc:identifier>DAGYKvcoCcU</dc:identifier>
</cp:coreProperties>
</file>